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4" r:id="rId5"/>
    <p:sldId id="281" r:id="rId6"/>
    <p:sldId id="279" r:id="rId7"/>
    <p:sldId id="280" r:id="rId8"/>
    <p:sldId id="282" r:id="rId9"/>
    <p:sldId id="283" r:id="rId10"/>
    <p:sldId id="284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5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8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0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4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3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8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0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78AD4-6E18-4F93-9AF2-52DC4FC0AB1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8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4154" y="1152525"/>
            <a:ext cx="10363200" cy="8996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defRPr/>
            </a:pPr>
            <a:r>
              <a:rPr lang="en-US" sz="3200" b="1" dirty="0" smtClean="0">
                <a:latin typeface="+mn-lt"/>
              </a:rPr>
              <a:t>EVPN - Connection</a:t>
            </a:r>
            <a:endParaRPr lang="en-US" sz="18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1398588" y="5083175"/>
            <a:ext cx="9525000" cy="117981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5">
              <a:defRPr/>
            </a:pPr>
            <a:endParaRPr lang="en-US" sz="2000" dirty="0" smtClean="0">
              <a:latin typeface="+mj-lt"/>
            </a:endParaRPr>
          </a:p>
          <a:p>
            <a:pPr defTabSz="914395">
              <a:defRPr/>
            </a:pPr>
            <a:r>
              <a:rPr lang="en-US" sz="2000" b="1" dirty="0" err="1" smtClean="0"/>
              <a:t>MobiCom</a:t>
            </a:r>
            <a:endParaRPr lang="en-US" sz="2000" b="1" dirty="0" smtClean="0"/>
          </a:p>
          <a:p>
            <a:pPr defTabSz="914395">
              <a:defRPr/>
            </a:pPr>
            <a:r>
              <a:rPr lang="en-US" sz="2000" b="1" dirty="0" smtClean="0"/>
              <a:t>20</a:t>
            </a:r>
            <a:r>
              <a:rPr lang="mn-MN" sz="2000" b="1" dirty="0" smtClean="0"/>
              <a:t>2</a:t>
            </a:r>
            <a:r>
              <a:rPr lang="en-US" sz="2000" b="1" dirty="0" smtClean="0"/>
              <a:t>4-2-21</a:t>
            </a:r>
          </a:p>
        </p:txBody>
      </p:sp>
    </p:spTree>
    <p:extLst>
      <p:ext uri="{BB962C8B-B14F-4D97-AF65-F5344CB8AC3E}">
        <p14:creationId xmlns:p14="http://schemas.microsoft.com/office/powerpoint/2010/main" val="28104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102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Topology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545" y="1313881"/>
            <a:ext cx="7940728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68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3374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Configuration of SITE-AGG ZTE-9k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61" y="1274463"/>
            <a:ext cx="345122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61" y="2367456"/>
            <a:ext cx="3984625" cy="60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5661" y="861197"/>
            <a:ext cx="27157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SITE-AGG BGP session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-1325185" y="24709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07" y="1274463"/>
            <a:ext cx="2941638" cy="127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07" y="3004838"/>
            <a:ext cx="4922838" cy="165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07" y="5116213"/>
            <a:ext cx="6308725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770407" y="861197"/>
            <a:ext cx="18993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 Circuit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4701935" y="2699522"/>
            <a:ext cx="33842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port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4701936" y="4702947"/>
            <a:ext cx="2941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Status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4770407" y="5535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99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102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Topology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2" y="1025824"/>
            <a:ext cx="4702295" cy="4495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550" y="1025824"/>
            <a:ext cx="3257550" cy="1419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3550" y="2871068"/>
            <a:ext cx="4219575" cy="14954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32597"/>
            <a:ext cx="1383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BGP session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575041" y="662382"/>
            <a:ext cx="1911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 Circuit</a:t>
            </a:r>
            <a:endParaRPr lang="en-US" sz="3200" dirty="0">
              <a:latin typeface="Arial" panose="020B0604020202020204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93754" y="2501736"/>
            <a:ext cx="33842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port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075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325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of HuaweiATN910</a:t>
            </a:r>
            <a:endParaRPr lang="en-US" sz="1100" dirty="0"/>
          </a:p>
          <a:p>
            <a:endParaRPr lang="en-US" dirty="0"/>
          </a:p>
        </p:txBody>
      </p:sp>
      <p:pic>
        <p:nvPicPr>
          <p:cNvPr id="205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155" y="1056957"/>
            <a:ext cx="3840163" cy="76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81670"/>
            <a:ext cx="3336925" cy="48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3517" y="197763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6"/>
          <a:stretch>
            <a:fillRect/>
          </a:stretch>
        </p:blipFill>
        <p:spPr>
          <a:xfrm>
            <a:off x="103517" y="998273"/>
            <a:ext cx="3682365" cy="39643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" y="632597"/>
            <a:ext cx="1383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BGP session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03774" y="736631"/>
            <a:ext cx="1911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 Circuit</a:t>
            </a:r>
            <a:endParaRPr lang="en-US" sz="3200" dirty="0"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7"/>
          <a:stretch>
            <a:fillRect/>
          </a:stretch>
        </p:blipFill>
        <p:spPr>
          <a:xfrm>
            <a:off x="4703774" y="3165091"/>
            <a:ext cx="4200525" cy="676275"/>
          </a:xfrm>
          <a:prstGeom prst="rect">
            <a:avLst/>
          </a:prstGeom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656470" y="2802602"/>
            <a:ext cx="33842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port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Vpls-Evpn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501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2192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Check evpn on ZTE9k</a:t>
            </a: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148087" y="925596"/>
            <a:ext cx="5943600" cy="96964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148087" y="2280573"/>
            <a:ext cx="5416550" cy="155448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6"/>
          <a:stretch>
            <a:fillRect/>
          </a:stretch>
        </p:blipFill>
        <p:spPr>
          <a:xfrm>
            <a:off x="148087" y="4320756"/>
            <a:ext cx="4632325" cy="19431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7"/>
          <a:stretch>
            <a:fillRect/>
          </a:stretch>
        </p:blipFill>
        <p:spPr>
          <a:xfrm>
            <a:off x="5837555" y="2280573"/>
            <a:ext cx="635444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5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439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Check </a:t>
            </a:r>
            <a:r>
              <a:rPr lang="en-US" b="1" dirty="0" err="1"/>
              <a:t>evpn</a:t>
            </a:r>
            <a:r>
              <a:rPr lang="en-US" b="1" dirty="0"/>
              <a:t> on ZTE-IPRAN </a:t>
            </a:r>
            <a:r>
              <a:rPr lang="en-US" b="1" dirty="0" smtClean="0"/>
              <a:t>ACCESS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1" y="911051"/>
            <a:ext cx="5943600" cy="111950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2401343"/>
            <a:ext cx="5943600" cy="12661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4038320"/>
            <a:ext cx="5943600" cy="24301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6390" y="2030556"/>
            <a:ext cx="184731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374" y="2078224"/>
            <a:ext cx="1217000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6390" y="622451"/>
            <a:ext cx="1853841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BGP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evpn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session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6638" y="3697287"/>
            <a:ext cx="188359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routing table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1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170932"/>
            <a:ext cx="3088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</a:t>
            </a:r>
            <a:r>
              <a:rPr lang="en-US" b="1" dirty="0" err="1"/>
              <a:t>evpn</a:t>
            </a:r>
            <a:r>
              <a:rPr lang="en-US" b="1" dirty="0"/>
              <a:t> on HuaweiATN910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4"/>
          <a:stretch>
            <a:fillRect/>
          </a:stretch>
        </p:blipFill>
        <p:spPr>
          <a:xfrm>
            <a:off x="1" y="1020271"/>
            <a:ext cx="5943600" cy="9010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0264" y="698486"/>
            <a:ext cx="1853841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BGP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evpn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session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1" y="2401343"/>
            <a:ext cx="5943600" cy="6686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0264" y="2121844"/>
            <a:ext cx="2096151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Bridge domain label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1" y="3428850"/>
            <a:ext cx="5943600" cy="19843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0264" y="3069998"/>
            <a:ext cx="188359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routing table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480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141" y="1112808"/>
            <a:ext cx="4119621" cy="2087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5502" y="621102"/>
            <a:ext cx="215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L2</a:t>
            </a:r>
            <a:r>
              <a:rPr lang="mn-MN" b="1" dirty="0" smtClean="0"/>
              <a:t> </a:t>
            </a:r>
            <a:r>
              <a:rPr lang="en-US" b="1" dirty="0" err="1"/>
              <a:t>vpls</a:t>
            </a:r>
            <a:r>
              <a:rPr lang="en-US" b="1" dirty="0"/>
              <a:t>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8476" y="641866"/>
            <a:ext cx="24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Evpn</a:t>
            </a:r>
            <a:r>
              <a:rPr lang="en-US" b="1" dirty="0" smtClean="0"/>
              <a:t> </a:t>
            </a:r>
            <a:r>
              <a:rPr lang="en-US" b="1" dirty="0" err="1"/>
              <a:t>vpls</a:t>
            </a:r>
            <a:r>
              <a:rPr lang="en-US" b="1" dirty="0"/>
              <a:t> configuration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11" y="990434"/>
            <a:ext cx="5210355" cy="533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95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526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1855" y="2403412"/>
            <a:ext cx="24534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C00000"/>
                </a:solidFill>
              </a:rPr>
              <a:t>THANK YOU!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0341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57631</TotalTime>
  <Words>82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Nairamdal Battulga</dc:creator>
  <cp:lastModifiedBy>Javkhlantugs Boldbaatar</cp:lastModifiedBy>
  <cp:revision>170</cp:revision>
  <dcterms:created xsi:type="dcterms:W3CDTF">2021-05-04T02:15:22Z</dcterms:created>
  <dcterms:modified xsi:type="dcterms:W3CDTF">2025-03-28T08:37:29Z</dcterms:modified>
</cp:coreProperties>
</file>